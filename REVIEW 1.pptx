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53" r:id="rId2"/>
  </p:sldMasterIdLst>
  <p:notesMasterIdLst>
    <p:notesMasterId r:id="rId14"/>
  </p:notesMasterIdLst>
  <p:sldIdLst>
    <p:sldId id="256" r:id="rId3"/>
    <p:sldId id="257" r:id="rId4"/>
    <p:sldId id="260" r:id="rId5"/>
    <p:sldId id="268" r:id="rId6"/>
    <p:sldId id="267" r:id="rId7"/>
    <p:sldId id="263" r:id="rId8"/>
    <p:sldId id="265" r:id="rId9"/>
    <p:sldId id="277" r:id="rId10"/>
    <p:sldId id="278" r:id="rId11"/>
    <p:sldId id="266" r:id="rId12"/>
    <p:sldId id="279" r:id="rId13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2815142fa_4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6" name="Google Shape;116;g372815142fa_4_7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g372815142fa_4_70:notes"/>
          <p:cNvSpPr txBox="1">
            <a:spLocks noGrp="1"/>
          </p:cNvSpPr>
          <p:nvPr>
            <p:ph type="dt" idx="10"/>
          </p:nvPr>
        </p:nvSpPr>
        <p:spPr>
          <a:xfrm>
            <a:off x="6905979" y="0"/>
            <a:ext cx="52832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30 June 2023</a:t>
            </a:r>
            <a:endParaRPr sz="12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8" name="Google Shape;118;g372815142fa_4_70:notes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1-59</a:t>
            </a:r>
          </a:p>
        </p:txBody>
      </p:sp>
      <p:sp>
        <p:nvSpPr>
          <p:cNvPr id="119" name="Google Shape;119;g372815142fa_4_70:notes"/>
          <p:cNvSpPr txBox="1">
            <a:spLocks noGrp="1"/>
          </p:cNvSpPr>
          <p:nvPr>
            <p:ph type="sldNum" idx="12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 panose="020F0502020204030204"/>
                <a:buNone/>
              </a:pPr>
              <a:t>1</a:t>
            </a:fld>
            <a:endParaRPr sz="12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2815142fa_1_1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g372815142fa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0E6EC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1253767" y="2609333"/>
            <a:ext cx="9684465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0E6EC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0E6EC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2"/>
          </p:nvPr>
        </p:nvSpPr>
        <p:spPr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3"/>
          </p:nvPr>
        </p:nvSpPr>
        <p:spPr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4"/>
          </p:nvPr>
        </p:nvSpPr>
        <p:spPr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 panose="020B0604020202020204"/>
              <a:buNone/>
              <a:defRPr sz="5600" b="1">
                <a:solidFill>
                  <a:srgbClr val="4CE0E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 panose="020B0604020202020204"/>
              <a:buNone/>
              <a:defRPr sz="5600" b="1" cap="none">
                <a:solidFill>
                  <a:srgbClr val="4AE3A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2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2"/>
          </p:nvPr>
        </p:nvSpPr>
        <p:spPr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2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 panose="020B0604020202020204"/>
              <a:buNone/>
              <a:defRPr sz="5000" b="0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 panose="020B0604020202020204"/>
              <a:buNone/>
              <a:defRPr sz="2600" b="0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body" idx="2"/>
          </p:nvPr>
        </p:nvSpPr>
        <p:spPr>
          <a:xfrm>
            <a:off x="4766733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2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/>
          <p:nvPr/>
        </p:nvSpPr>
        <p:spPr>
          <a:xfrm rot="-10380000" flipH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2" name="Google Shape;92;p16"/>
          <p:cNvSpPr/>
          <p:nvPr/>
        </p:nvSpPr>
        <p:spPr>
          <a:xfrm rot="-10380000" flipH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" name="Google Shape;93;p16"/>
          <p:cNvSpPr/>
          <p:nvPr/>
        </p:nvSpPr>
        <p:spPr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3921"/>
                </a:srgbClr>
              </a:gs>
              <a:gs pos="100000">
                <a:srgbClr val="00E9F7">
                  <a:alpha val="54117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4" name="Google Shape;94;p16"/>
          <p:cNvSpPr/>
          <p:nvPr/>
        </p:nvSpPr>
        <p:spPr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019"/>
                </a:srgbClr>
              </a:gs>
              <a:gs pos="80000">
                <a:srgbClr val="0099E4">
                  <a:alpha val="43921"/>
                </a:srgbClr>
              </a:gs>
              <a:gs pos="100000">
                <a:srgbClr val="0099E4">
                  <a:alpha val="4392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5" name="Google Shape;95;p16"/>
          <p:cNvSpPr txBox="1"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 panose="020B0604020202020204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body" idx="1"/>
          </p:nvPr>
        </p:nvSpPr>
        <p:spPr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 panose="020B0604020202020204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6"/>
          <p:cNvSpPr>
            <a:spLocks noGrp="1"/>
          </p:cNvSpPr>
          <p:nvPr>
            <p:ph type="pic" idx="2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body" idx="1"/>
          </p:nvPr>
        </p:nvSpPr>
        <p:spPr>
          <a:xfrm rot="5400000">
            <a:off x="3901282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title"/>
          </p:nvPr>
        </p:nvSpPr>
        <p:spPr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body" idx="1"/>
          </p:nvPr>
        </p:nvSpPr>
        <p:spPr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12191975" cy="6857986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200" b="0" i="0" u="none" strike="noStrike" cap="none">
                <a:solidFill>
                  <a:srgbClr val="0E6EC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253767" y="2609333"/>
            <a:ext cx="9684465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0988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>
            <a:spLocks noGrp="1"/>
          </p:cNvSpPr>
          <p:nvPr>
            <p:ph type="body" idx="1"/>
          </p:nvPr>
        </p:nvSpPr>
        <p:spPr>
          <a:xfrm>
            <a:off x="1472513" y="2121013"/>
            <a:ext cx="40401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</a:pPr>
            <a:endParaRPr sz="320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</a:pPr>
            <a:r>
              <a:rPr lang="en-US" sz="3200">
                <a:solidFill>
                  <a:srgbClr val="B9077E"/>
                </a:solidFill>
              </a:rPr>
              <a:t>    </a:t>
            </a:r>
            <a:endParaRPr sz="3200"/>
          </a:p>
        </p:txBody>
      </p:sp>
      <p:pic>
        <p:nvPicPr>
          <p:cNvPr id="122" name="Google Shape;122;p20" descr="klogo copy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286851" y="1589512"/>
            <a:ext cx="13747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 descr="kec2blackborder png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87859" y="4413708"/>
            <a:ext cx="1479550" cy="18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/>
        </p:nvSpPr>
        <p:spPr>
          <a:xfrm>
            <a:off x="3278198" y="0"/>
            <a:ext cx="90351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KONGU ENGINEERING COLLEGE</a:t>
            </a:r>
            <a:r>
              <a:rPr lang="en-US" sz="1800" b="1" dirty="0">
                <a:solidFill>
                  <a:srgbClr val="4F81B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1800" b="1">
              <a:solidFill>
                <a:srgbClr val="4F81B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5463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PERUNDURAI ERODE-638060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5207083" y="976486"/>
            <a:ext cx="5491500" cy="139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and Engineering</a:t>
            </a: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lang="en-US" sz="18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22CSP72 – PROJECT WORK II  PHASE II</a:t>
            </a:r>
            <a:r>
              <a:rPr lang="en-US" sz="1800" b="1" dirty="0"/>
              <a:t> </a:t>
            </a:r>
            <a:endParaRPr lang="en-US" sz="1800" dirty="0"/>
          </a:p>
          <a:p>
            <a:br>
              <a:rPr lang="en-US" sz="1800" dirty="0"/>
            </a:br>
            <a:endParaRPr lang="en-US" sz="18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3638777" y="2204270"/>
            <a:ext cx="8553223" cy="32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8255" marR="5080" lvl="0" indent="-1266190" algn="ctr"/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PREDICTIVE VEHICLE MAINTENANCE WITH ROAD ANALYSIS</a:t>
            </a:r>
            <a:endParaRPr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5749386" y="2985742"/>
            <a:ext cx="2265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 :</a:t>
            </a:r>
            <a:endParaRPr sz="20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5918775" y="4931312"/>
            <a:ext cx="2265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MENTOR :</a:t>
            </a:r>
            <a:endParaRPr sz="20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0" name="Google Shape;130;p2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5039D3-C53C-2CAC-C35F-EFC267FBD7CF}"/>
              </a:ext>
            </a:extLst>
          </p:cNvPr>
          <p:cNvSpPr txBox="1"/>
          <p:nvPr/>
        </p:nvSpPr>
        <p:spPr>
          <a:xfrm>
            <a:off x="6964744" y="3429000"/>
            <a:ext cx="43393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MEDHUNA P    23CSR127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PRAVEENA S   23CSR166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RAGAVI K        23CSR169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671D49-3653-D051-C4C9-4FA4911FB043}"/>
              </a:ext>
            </a:extLst>
          </p:cNvPr>
          <p:cNvSpPr txBox="1"/>
          <p:nvPr/>
        </p:nvSpPr>
        <p:spPr>
          <a:xfrm>
            <a:off x="6461789" y="5276996"/>
            <a:ext cx="330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MR T ARUNKUMAR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1404256" y="787092"/>
            <a:ext cx="810749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2800" b="1" dirty="0">
                <a:solidFill>
                  <a:schemeClr val="bg2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PROBLEM STATEMENT</a:t>
            </a:r>
            <a:endParaRPr sz="2800" b="1" dirty="0">
              <a:solidFill>
                <a:schemeClr val="bg2"/>
              </a:solidFill>
              <a:latin typeface="Times New Roman" pitchFamily="18" charset="0"/>
              <a:ea typeface="Times New Roman" panose="02020603050405020304"/>
              <a:cs typeface="Times New Roman" pitchFamily="18" charset="0"/>
              <a:sym typeface="Times New Roman" panose="02020603050405020304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5484DB-2BFC-0D43-F9D2-94FC7AA3DD2A}"/>
              </a:ext>
            </a:extLst>
          </p:cNvPr>
          <p:cNvSpPr txBox="1"/>
          <p:nvPr/>
        </p:nvSpPr>
        <p:spPr>
          <a:xfrm>
            <a:off x="1846174" y="1483567"/>
            <a:ext cx="9219931" cy="4334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800" dirty="0"/>
              <a:t>Unexpected vehicle failures cause delivery delays, increase repair costs, and reduce the overall efficiency of logistics operations.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sz="18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800" dirty="0"/>
              <a:t>Traditional maintenance follows fixed schedules and cannot accurately predict vehicle failures before they occur.</a:t>
            </a:r>
          </a:p>
          <a:p>
            <a:pPr algn="just"/>
            <a:endParaRPr lang="en-IN" sz="18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800" dirty="0"/>
              <a:t>Emergency repairs increase maintenance expenses and may lead to unnecessary replacement of vehicle components.</a:t>
            </a:r>
          </a:p>
          <a:p>
            <a:pPr algn="just"/>
            <a:endParaRPr lang="en-IN" sz="18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800" dirty="0"/>
              <a:t>Long vehicle downtime reduces fleet availability, affecting transportation services and customer satisfaction.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sz="18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800" dirty="0"/>
              <a:t>Machine Learning can </a:t>
            </a:r>
            <a:r>
              <a:rPr lang="en-IN" sz="1800" dirty="0" err="1"/>
              <a:t>analyze</a:t>
            </a:r>
            <a:r>
              <a:rPr lang="en-IN" sz="1800" dirty="0"/>
              <a:t> historical vehicle data to predict maintenance needs in advance, reducing costs and improving fleet reliability.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1027" y="970841"/>
            <a:ext cx="8781388" cy="1415772"/>
          </a:xfrm>
        </p:spPr>
        <p:txBody>
          <a:bodyPr/>
          <a:lstStyle/>
          <a:p>
            <a:r>
              <a:rPr lang="en-US" sz="2800" b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OBJECTIVES</a:t>
            </a:r>
            <a:br>
              <a:rPr lang="en-US" dirty="0"/>
            </a:br>
            <a:br>
              <a:rPr lang="en-US" dirty="0"/>
            </a:b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8B0DB7-F800-1C36-0703-90757192E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4189168-6217-9CBE-1D9E-7193AAEC31F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3234813"/>
            <a:ext cx="5545394" cy="2148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2077616" y="1624480"/>
            <a:ext cx="6096000" cy="49939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/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Analyze vehicle and road condition data 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Classify road surface conditions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Predict maintenance requirements 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Detect potential vehicle failures early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different Machine Learning algorithms.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an intelligent maintenance prediction system.</a:t>
            </a:r>
          </a:p>
          <a:p>
            <a:pPr>
              <a:lnSpc>
                <a:spcPct val="2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43134" y="4245629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2000" b="1" dirty="0">
              <a:solidFill>
                <a:srgbClr val="FF0000"/>
              </a:solidFill>
            </a:endParaRPr>
          </a:p>
          <a:p>
            <a:br>
              <a:rPr lang="en-US" sz="2000" b="1" dirty="0">
                <a:solidFill>
                  <a:srgbClr val="FF0000"/>
                </a:solidFill>
              </a:rPr>
            </a:br>
            <a:br>
              <a:rPr lang="en-US" sz="2000" b="1" dirty="0">
                <a:solidFill>
                  <a:srgbClr val="FF0000"/>
                </a:solidFill>
              </a:rPr>
            </a:br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532" y="972319"/>
            <a:ext cx="6211868" cy="430887"/>
          </a:xfrm>
        </p:spPr>
        <p:txBody>
          <a:bodyPr/>
          <a:lstStyle/>
          <a:p>
            <a:r>
              <a:rPr lang="en-US" sz="2800" b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289183"/>
              </p:ext>
            </p:extLst>
          </p:nvPr>
        </p:nvGraphicFramePr>
        <p:xfrm>
          <a:off x="1219200" y="1654497"/>
          <a:ext cx="10160000" cy="4989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4476"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of Paper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Author /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Proposed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05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 Comprehensive Study on</a:t>
                      </a:r>
                    </a:p>
                    <a:p>
                      <a:pPr algn="l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Predicting the Need for Vehicle</a:t>
                      </a:r>
                    </a:p>
                    <a:p>
                      <a:pPr algn="l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Maintenance Using Machine</a:t>
                      </a:r>
                    </a:p>
                    <a:p>
                      <a:pPr algn="l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Muhammad Umair et al., 2025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Developed a predictive maintenance framework using </a:t>
                      </a:r>
                      <a:r>
                        <a:rPr lang="en-IN" b="1" dirty="0"/>
                        <a:t>Decision Tree, Random Forest, Gradient Boosting, KNN, and Naïve Bayes</a:t>
                      </a:r>
                      <a:r>
                        <a:rPr lang="en-IN" dirty="0"/>
                        <a:t>. Applied </a:t>
                      </a:r>
                      <a:r>
                        <a:rPr lang="en-IN" b="1" dirty="0"/>
                        <a:t>SMOTE</a:t>
                      </a:r>
                      <a:r>
                        <a:rPr lang="en-IN" dirty="0"/>
                        <a:t> to balance the dataset and compared model performance using accuracy, precision, recall, and F1-score.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dataset only; overfitting risk on imbalanced data. No time-series or DL models.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32434" marR="32434" marT="16217" marB="162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05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Using Support Vector Machines to Classify Road Surface Conditions</a:t>
                      </a:r>
                    </a:p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to Promote Safe Driving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Jaepil</a:t>
                      </a:r>
                      <a:r>
                        <a:rPr lang="en-IN" dirty="0"/>
                        <a:t> Moon &amp; </a:t>
                      </a:r>
                      <a:r>
                        <a:rPr lang="en-IN" dirty="0" err="1"/>
                        <a:t>Wonil</a:t>
                      </a:r>
                      <a:r>
                        <a:rPr lang="en-IN" dirty="0"/>
                        <a:t> Park, 2024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IN" dirty="0"/>
                        <a:t>Proposed an </a:t>
                      </a:r>
                      <a:r>
                        <a:rPr lang="en-IN" b="1" dirty="0"/>
                        <a:t>SVM-based classification model</a:t>
                      </a:r>
                      <a:r>
                        <a:rPr lang="en-IN" dirty="0"/>
                        <a:t> using weather and road surface data to identify road conditions accurately and improve driving safety. 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SVM used; no other ML compared. Road pavement thermal properties not considered.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32434" marR="32434" marT="16217" marB="162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4057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An integrated deep learning approach for predictive vehicle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Abderrachid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Errezgouny</a:t>
                      </a:r>
                      <a:r>
                        <a:rPr lang="en-IN" dirty="0"/>
                        <a:t> et al., 2025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IN" dirty="0"/>
                        <a:t>Proposed a hybrid </a:t>
                      </a:r>
                      <a:r>
                        <a:rPr lang="en-IN" b="1" dirty="0"/>
                        <a:t>LSTM + K-Means</a:t>
                      </a:r>
                      <a:r>
                        <a:rPr lang="en-IN" dirty="0"/>
                        <a:t> model using </a:t>
                      </a:r>
                      <a:r>
                        <a:rPr lang="en-IN" b="1" dirty="0"/>
                        <a:t>OBD sensor data</a:t>
                      </a:r>
                      <a:r>
                        <a:rPr lang="en-IN" dirty="0"/>
                        <a:t> for predictive maintenance, achieving high prediction accuracy for vehicle health monitoring.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vehicle only; fixed K limits adaptability. No RUL estimation or fault diagnosis.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32434" marR="32434" marT="16217" marB="162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3961" y="1046964"/>
            <a:ext cx="3888545" cy="430887"/>
          </a:xfrm>
        </p:spPr>
        <p:txBody>
          <a:bodyPr/>
          <a:lstStyle/>
          <a:p>
            <a:r>
              <a:rPr lang="en-US" sz="2800" b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RESEARCH GAP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660851" y="1810139"/>
            <a:ext cx="9367933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Existing systems focus only on vehicle data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Road conditions are analyzed separately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Road impact on vehicle wear is often ignored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No integrated AI-based prediction framework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Limited real-time monitoring and maintenance support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254" y="811993"/>
            <a:ext cx="5292985" cy="430887"/>
          </a:xfrm>
        </p:spPr>
        <p:txBody>
          <a:bodyPr/>
          <a:lstStyle/>
          <a:p>
            <a:r>
              <a:rPr lang="en-US" sz="2800" b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ARCHITECTURE DIAGRAM</a:t>
            </a:r>
            <a:endParaRPr lang="en-IN" sz="2800" b="1" dirty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pic>
        <p:nvPicPr>
          <p:cNvPr id="2050" name="Picture 2" descr="C:\Users\User\Pictures\Screenshots\Screenshot 2026-07-19 19025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5421" y="1166327"/>
            <a:ext cx="5845175" cy="552372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5969" y="869683"/>
            <a:ext cx="10587925" cy="430887"/>
          </a:xfrm>
        </p:spPr>
        <p:txBody>
          <a:bodyPr/>
          <a:lstStyle/>
          <a:p>
            <a:r>
              <a:rPr lang="en-IN" sz="2800" b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PROPOSED WORK WITH PLANNED INNOVATION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9C6427-6757-19F7-CB9E-013E7F1F12E3}"/>
              </a:ext>
            </a:extLst>
          </p:cNvPr>
          <p:cNvSpPr txBox="1"/>
          <p:nvPr/>
        </p:nvSpPr>
        <p:spPr>
          <a:xfrm>
            <a:off x="2064774" y="1884402"/>
            <a:ext cx="827876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learning-based predictive maintenance system for vehicles. 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vehicle maintenance data to improve data quality. 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feature leakage and select the most relevant features. 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compare multiple machine learning models. 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best-performing model for accurate maintenance prediction. </a:t>
            </a:r>
          </a:p>
          <a:p>
            <a:pPr lvl="2"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leakage analysis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reliable and unbiased predictions.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multiple machine learning algorithms instead of using a single model.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optimize model performance.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models using multiple metrics such as Accuracy, Precision, Recall, F1-Score, and ROC-AUC.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scalable framework that can be extended to integrate real-time vehicle sensor and road-condition data.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F2CD75-CBEF-3E09-BC69-1038BFB5952E}"/>
              </a:ext>
            </a:extLst>
          </p:cNvPr>
          <p:cNvSpPr txBox="1"/>
          <p:nvPr/>
        </p:nvSpPr>
        <p:spPr>
          <a:xfrm>
            <a:off x="1612490" y="148429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C99406-D2A3-FD07-1E65-FAEB34FB75AB}"/>
              </a:ext>
            </a:extLst>
          </p:cNvPr>
          <p:cNvSpPr txBox="1"/>
          <p:nvPr/>
        </p:nvSpPr>
        <p:spPr>
          <a:xfrm>
            <a:off x="1612490" y="363872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Innovation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5969" y="869683"/>
            <a:ext cx="10587925" cy="430887"/>
          </a:xfrm>
        </p:spPr>
        <p:txBody>
          <a:bodyPr/>
          <a:lstStyle/>
          <a:p>
            <a:r>
              <a:rPr lang="en-IN" sz="2800" b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MODULES OF THE PROJECT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5347" y="1604864"/>
          <a:ext cx="8380962" cy="4208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0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0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115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Vehicle Maintenance Dataset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Import and organize </a:t>
                      </a:r>
                      <a:r>
                        <a:rPr lang="en-US" dirty="0" err="1">
                          <a:latin typeface="Times New Roman" pitchFamily="18" charset="0"/>
                          <a:cs typeface="Times New Roman" pitchFamily="18" charset="0"/>
                        </a:rPr>
                        <a:t>IoT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-enabled vehicle maintenance and road condition data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Data Cleaning &amp; 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Perform preprocessing, feature encoding, scaling, and leakage removal.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15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Road Condition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Analyze the influence of road and weather conditions on vehicle health and maintenance requirements.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15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Predictive Model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Develop Logistic Regression, Decision Tree, Random Forest, and </a:t>
                      </a:r>
                      <a:r>
                        <a:rPr lang="en-US" dirty="0" err="1">
                          <a:latin typeface="Times New Roman" pitchFamily="18" charset="0"/>
                          <a:cs typeface="Times New Roman" pitchFamily="18" charset="0"/>
                        </a:rPr>
                        <a:t>XGBoost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models.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15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Performance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Improve model performance using SMOTE, </a:t>
                      </a:r>
                      <a:r>
                        <a:rPr lang="en-US" dirty="0" err="1">
                          <a:latin typeface="Times New Roman" pitchFamily="18" charset="0"/>
                          <a:cs typeface="Times New Roman" pitchFamily="18" charset="0"/>
                        </a:rPr>
                        <a:t>Hyperparameter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Tuning, and Feature Selection.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115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Final Maintenance Prediction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Deploy the optimized model to predict vehicle maintenance requirements with road condition analysis.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FD453-21C9-2514-29AA-1CE8C236D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B1617-A9D0-7695-808D-F5C2971A5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77" y="718890"/>
            <a:ext cx="3897875" cy="430887"/>
          </a:xfrm>
        </p:spPr>
        <p:txBody>
          <a:bodyPr/>
          <a:lstStyle/>
          <a:p>
            <a:pPr algn="ctr"/>
            <a:r>
              <a:rPr lang="en-IN" sz="2800" b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18602C-E3DA-B5FD-728F-1DF4BCDCF0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4D51AF-334B-D055-49B0-65B95ECA5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764" y="1433085"/>
            <a:ext cx="2816165" cy="49448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C69116-DEDF-9F48-963A-1E9072EB2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073" y="2471297"/>
            <a:ext cx="3985073" cy="242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53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7101" y="836876"/>
            <a:ext cx="4238293" cy="861774"/>
          </a:xfrm>
        </p:spPr>
        <p:txBody>
          <a:bodyPr/>
          <a:lstStyle/>
          <a:p>
            <a:pPr algn="ctr"/>
            <a:r>
              <a:rPr lang="en-IN" sz="2800" b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GIT DOCUMENTATION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622605-9193-981D-83F1-3E28961DD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101" y="1698650"/>
            <a:ext cx="10284542" cy="48379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ED32D-9612-92B4-1659-8B9775931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B8FB8-4C13-5941-563C-1277AECB6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797" y="2577186"/>
            <a:ext cx="3897875" cy="738664"/>
          </a:xfrm>
        </p:spPr>
        <p:txBody>
          <a:bodyPr/>
          <a:lstStyle/>
          <a:p>
            <a:pPr algn="ctr"/>
            <a:r>
              <a:rPr lang="en-IN" sz="4800" b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D1AB78-75BF-4BB2-4D5F-A1CF81C0C8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11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672</Words>
  <Application>Microsoft Office PowerPoint</Application>
  <PresentationFormat>Widescreen</PresentationFormat>
  <Paragraphs>114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Noto Sans Symbols</vt:lpstr>
      <vt:lpstr>Times New Roman</vt:lpstr>
      <vt:lpstr>Wingdings</vt:lpstr>
      <vt:lpstr>Office Theme</vt:lpstr>
      <vt:lpstr>Flow</vt:lpstr>
      <vt:lpstr>PREDICTIVE VEHICLE MAINTENANCE WITH ROAD ANALYSIS</vt:lpstr>
      <vt:lpstr>PROBLEM STATEMENT</vt:lpstr>
      <vt:lpstr>OBJECTIVES  </vt:lpstr>
      <vt:lpstr>LITERATURE SURVEY</vt:lpstr>
      <vt:lpstr>RESEARCH GAP</vt:lpstr>
      <vt:lpstr>ARCHITECTURE DIAGRAM</vt:lpstr>
      <vt:lpstr>PROPOSED WORK WITH PLANNED INNOVATION</vt:lpstr>
      <vt:lpstr>MODULES OF THE PROJECT</vt:lpstr>
      <vt:lpstr>OUTPUT</vt:lpstr>
      <vt:lpstr>GIT DOCUMENTATION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StockSync – Inventory Management System</dc:title>
  <dc:creator>Danush Prakash</dc:creator>
  <cp:lastModifiedBy>ragavi k</cp:lastModifiedBy>
  <cp:revision>48</cp:revision>
  <dcterms:created xsi:type="dcterms:W3CDTF">2025-08-21T08:50:15Z</dcterms:created>
  <dcterms:modified xsi:type="dcterms:W3CDTF">2026-07-21T01:18:03Z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B1ADB270D7F749C49A6E7A7B2F8B4C29_12</vt:lpwstr>
  </property>
  <property fmtid="{D5CDD505-2E9C-101B-9397-08002B2CF9AE}" pid="3" name="KSOProductBuildVer">
    <vt:lpwstr>1033-12.2.0.22222</vt:lpwstr>
  </property>
</Properties>
</file>